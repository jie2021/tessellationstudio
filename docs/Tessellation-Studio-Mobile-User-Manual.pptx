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UAL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TESSELLATION STUDIO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921240" y="647395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120" kern="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MANUAL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438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" y="694944"/>
            <a:ext cx="1508760" cy="365760"/>
          </a:xfrm>
          <a:prstGeom prst="roundRect">
            <a:avLst>
              <a:gd name="adj" fmla="val 15000"/>
            </a:avLst>
          </a:prstGeom>
          <a:solidFill>
            <a:srgbClr val="E9EEFF"/>
          </a:solidFill>
          <a:ln w="12700">
            <a:solidFill>
              <a:srgbClr val="E9E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777240"/>
            <a:ext cx="1508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13232" y="1353312"/>
            <a:ext cx="5577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Tessellation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Studio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매뉴얼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31520" y="3675888"/>
            <a:ext cx="5897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 앱 · 모바일 웹 브라우저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96519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도형의 변을 바꾸고, 반복 패턴을 만들고, 이미지로 저장하세요.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43800" y="0"/>
            <a:ext cx="4645152" cy="6858000"/>
          </a:xfrm>
          <a:prstGeom prst="rect">
            <a:avLst/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18120" y="228600"/>
            <a:ext cx="912937" cy="803385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1800000">
            <a:off x="8511952" y="529869"/>
            <a:ext cx="912937" cy="803385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05784" y="228600"/>
            <a:ext cx="912937" cy="803385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800000">
            <a:off x="9899616" y="529869"/>
            <a:ext cx="912937" cy="803385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93448" y="228600"/>
            <a:ext cx="912937" cy="803385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800000">
            <a:off x="7818120" y="831138"/>
            <a:ext cx="912937" cy="803385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11952" y="1132408"/>
            <a:ext cx="912937" cy="803385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800000">
            <a:off x="9205784" y="831138"/>
            <a:ext cx="912937" cy="803385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99616" y="1132408"/>
            <a:ext cx="912937" cy="803385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800000">
            <a:off x="10593448" y="831138"/>
            <a:ext cx="912937" cy="803385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18120" y="1433677"/>
            <a:ext cx="912937" cy="803385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800000">
            <a:off x="8511952" y="1734946"/>
            <a:ext cx="912937" cy="803385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05784" y="1433677"/>
            <a:ext cx="912937" cy="803385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800000">
            <a:off x="9899616" y="1734946"/>
            <a:ext cx="912937" cy="803385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93448" y="1433677"/>
            <a:ext cx="912937" cy="803385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800000">
            <a:off x="7818120" y="2036215"/>
            <a:ext cx="912937" cy="803385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11952" y="2337484"/>
            <a:ext cx="912937" cy="803385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800000">
            <a:off x="9205784" y="2036215"/>
            <a:ext cx="912937" cy="803385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99616" y="2337484"/>
            <a:ext cx="912937" cy="803385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800000">
            <a:off x="10593448" y="2036215"/>
            <a:ext cx="912937" cy="803385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59368" y="987552"/>
            <a:ext cx="2331720" cy="5138928"/>
          </a:xfrm>
          <a:prstGeom prst="roundRect">
            <a:avLst>
              <a:gd name="adj" fmla="val 4706"/>
            </a:avLst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59952" y="1115568"/>
            <a:ext cx="2130552" cy="4882896"/>
          </a:xfrm>
          <a:prstGeom prst="roundRect">
            <a:avLst>
              <a:gd name="adj" fmla="val 3433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52153" y="1042416"/>
            <a:ext cx="746150" cy="100584"/>
          </a:xfrm>
          <a:prstGeom prst="roundRect">
            <a:avLst>
              <a:gd name="adj" fmla="val 36364"/>
            </a:avLst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69096" y="1216152"/>
            <a:ext cx="211226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87968" y="131673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☰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53728" y="131673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Tessellation Studio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0515600" y="131673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▣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887968" y="1901952"/>
            <a:ext cx="484998" cy="426798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1800000">
            <a:off x="9256566" y="2062001"/>
            <a:ext cx="484998" cy="426798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25165" y="1901952"/>
            <a:ext cx="484998" cy="426798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800000">
            <a:off x="9993763" y="2062001"/>
            <a:ext cx="484998" cy="426798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62361" y="1901952"/>
            <a:ext cx="484998" cy="426798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1800000">
            <a:off x="8887968" y="2222051"/>
            <a:ext cx="484998" cy="426798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56566" y="2382100"/>
            <a:ext cx="484998" cy="426798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800000">
            <a:off x="9625165" y="2222051"/>
            <a:ext cx="484998" cy="426798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993763" y="2382100"/>
            <a:ext cx="484998" cy="426798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1800000">
            <a:off x="10362361" y="2222051"/>
            <a:ext cx="484998" cy="426798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87968" y="2542149"/>
            <a:ext cx="484998" cy="426798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1800000">
            <a:off x="9256566" y="2702198"/>
            <a:ext cx="484998" cy="426798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625165" y="2542149"/>
            <a:ext cx="484998" cy="426798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800000">
            <a:off x="9993763" y="2702198"/>
            <a:ext cx="484998" cy="426798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62361" y="2542149"/>
            <a:ext cx="484998" cy="426798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1800000">
            <a:off x="8887968" y="2862248"/>
            <a:ext cx="484998" cy="426798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256566" y="3022297"/>
            <a:ext cx="484998" cy="426798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1800000">
            <a:off x="9625165" y="2862248"/>
            <a:ext cx="484998" cy="426798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993763" y="3022297"/>
            <a:ext cx="484998" cy="426798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1800000">
            <a:off x="10362361" y="2862248"/>
            <a:ext cx="484998" cy="426798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452153" y="3197291"/>
            <a:ext cx="746150" cy="746150"/>
          </a:xfrm>
          <a:prstGeom prst="ellipse">
            <a:avLst/>
          </a:prstGeom>
          <a:solidFill>
            <a:srgbClr val="E9EEFF">
              <a:alpha val="88000"/>
            </a:srgbClr>
          </a:solidFill>
          <a:ln w="19050">
            <a:solidFill>
              <a:srgbClr val="3157D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708642" y="3454237"/>
            <a:ext cx="164592" cy="164592"/>
          </a:xfrm>
          <a:prstGeom prst="ellipse">
            <a:avLst/>
          </a:prstGeom>
          <a:solidFill>
            <a:srgbClr val="3157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15400" y="5413248"/>
            <a:ext cx="1819656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052560" y="5541264"/>
            <a:ext cx="1545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   Zoom    설명하기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31520" y="62362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JIE Inc.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 ·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작업 화면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6245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→ 편집 → 미리보기 → 저장의 흐름으로 구성됩니다.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2240280" cy="4023360"/>
          </a:xfrm>
          <a:prstGeom prst="roundRect">
            <a:avLst>
              <a:gd name="adj" fmla="val 4898"/>
            </a:avLst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" y="2002536"/>
            <a:ext cx="2039112" cy="3767328"/>
          </a:xfrm>
          <a:prstGeom prst="roundRect">
            <a:avLst>
              <a:gd name="adj" fmla="val 3587"/>
            </a:avLst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84655" y="1929384"/>
            <a:ext cx="716890" cy="100584"/>
          </a:xfrm>
          <a:prstGeom prst="roundRect">
            <a:avLst>
              <a:gd name="adj" fmla="val 36364"/>
            </a:avLst>
          </a:prstGeom>
          <a:solidFill>
            <a:srgbClr val="17202A"/>
          </a:solidFill>
          <a:ln w="12700">
            <a:solidFill>
              <a:srgbClr val="1720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2103120"/>
            <a:ext cx="2020824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2037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220370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Tessellation Studio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87752" y="220370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▣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51560" y="2788920"/>
            <a:ext cx="484998" cy="426798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800000">
            <a:off x="1420158" y="2948969"/>
            <a:ext cx="484998" cy="426798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88757" y="2788920"/>
            <a:ext cx="484998" cy="426798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800000">
            <a:off x="2157355" y="2948969"/>
            <a:ext cx="484998" cy="426798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25953" y="2788920"/>
            <a:ext cx="484998" cy="426798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800000">
            <a:off x="1051560" y="3109019"/>
            <a:ext cx="484998" cy="426798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20158" y="3269068"/>
            <a:ext cx="484998" cy="426798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800000">
            <a:off x="1788757" y="3109019"/>
            <a:ext cx="484998" cy="426798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57355" y="3269068"/>
            <a:ext cx="484998" cy="426798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1800000">
            <a:off x="2525953" y="3109019"/>
            <a:ext cx="484998" cy="426798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3429117"/>
            <a:ext cx="484998" cy="426798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800000">
            <a:off x="1420158" y="3589166"/>
            <a:ext cx="484998" cy="426798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88757" y="3429117"/>
            <a:ext cx="484998" cy="426798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1800000">
            <a:off x="2157355" y="3589166"/>
            <a:ext cx="484998" cy="426798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5953" y="3429117"/>
            <a:ext cx="484998" cy="426798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800000">
            <a:off x="1051560" y="3749216"/>
            <a:ext cx="484998" cy="426798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20158" y="3909265"/>
            <a:ext cx="484998" cy="426798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1800000">
            <a:off x="1788757" y="3749216"/>
            <a:ext cx="484998" cy="426798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57355" y="3909265"/>
            <a:ext cx="484998" cy="426798"/>
          </a:xfrm>
          <a:prstGeom prst="hexagon">
            <a:avLst/>
          </a:prstGeom>
          <a:solidFill>
            <a:srgbClr val="3157D5">
              <a:alpha val="97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800000">
            <a:off x="2525953" y="3749216"/>
            <a:ext cx="484998" cy="426798"/>
          </a:xfrm>
          <a:prstGeom prst="hexagon">
            <a:avLst/>
          </a:prstGeom>
          <a:solidFill>
            <a:srgbClr val="F26B5E">
              <a:alpha val="92000"/>
            </a:srgbClr>
          </a:solidFill>
          <a:ln w="8890">
            <a:solidFill>
              <a:srgbClr val="FFFFFF">
                <a:alpha val="5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84655" y="3604565"/>
            <a:ext cx="716890" cy="716890"/>
          </a:xfrm>
          <a:prstGeom prst="ellipse">
            <a:avLst/>
          </a:prstGeom>
          <a:solidFill>
            <a:srgbClr val="E9EEFF">
              <a:alpha val="88000"/>
            </a:srgbClr>
          </a:solidFill>
          <a:ln w="19050">
            <a:solidFill>
              <a:srgbClr val="3157D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31086" y="3805733"/>
            <a:ext cx="164592" cy="164592"/>
          </a:xfrm>
          <a:prstGeom prst="ellipse">
            <a:avLst/>
          </a:prstGeom>
          <a:solidFill>
            <a:srgbClr val="3157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78992" y="5184648"/>
            <a:ext cx="1728216" cy="384048"/>
          </a:xfrm>
          <a:prstGeom prst="roundRect">
            <a:avLst>
              <a:gd name="adj" fmla="val 16667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216152" y="5312664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    Zoom    설명하기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840480" y="2020824"/>
            <a:ext cx="146304" cy="146304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0" y="1938528"/>
            <a:ext cx="6720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메뉴에서 도형·색상·변형을 설정합니다.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840480" y="2734056"/>
            <a:ext cx="146304" cy="146304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0" y="2651760"/>
            <a:ext cx="6720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자물쇠로 페이지 스크롤을 잠급니다.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840480" y="3447288"/>
            <a:ext cx="146304" cy="146304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0" y="3364992"/>
            <a:ext cx="6720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 편집기에서 파란 조절점을 터치해 움직입니다.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840480" y="4160520"/>
            <a:ext cx="146304" cy="146304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0" y="4078224"/>
            <a:ext cx="6720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패턴으로 결과를 실시간 확인합니다.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840480" y="4873752"/>
            <a:ext cx="146304" cy="146304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0" y="4791456"/>
            <a:ext cx="6720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하단에서 격자·Zoom·설명 모드를 조절합니다.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 ·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저장까지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6245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순서대로 진행하면 첫 패턴을 빠르게 완성할 수 있습니다.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4015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130552"/>
            <a:ext cx="438912" cy="438912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81328" y="210312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열기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2852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왼쪽 메뉴 버튼을 누릅니다.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62272" y="1874520"/>
            <a:ext cx="34015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18304" y="2130552"/>
            <a:ext cx="438912" cy="438912"/>
          </a:xfrm>
          <a:prstGeom prst="ellipse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0" y="210312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도형 선택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36592" y="2697480"/>
            <a:ext cx="2852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삼각형, 사각형, 육각형 중 하나를 고릅니다.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84464" y="1874520"/>
            <a:ext cx="34015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0496" y="2130552"/>
            <a:ext cx="438912" cy="438912"/>
          </a:xfrm>
          <a:prstGeom prst="ellipse">
            <a:avLst/>
          </a:prstGeom>
          <a:solidFill>
            <a:srgbClr val="29A37A"/>
          </a:solidFill>
          <a:ln w="12700">
            <a:solidFill>
              <a:srgbClr val="29A3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0496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25712" y="210312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스타일 설정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58784" y="2697480"/>
            <a:ext cx="2852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색상, 직선/곡선, 변형 종류를 정합니다.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840480"/>
            <a:ext cx="34015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4096512"/>
            <a:ext cx="438912" cy="438912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160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81328" y="406908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잠금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4663440"/>
            <a:ext cx="2852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메뉴를 닫고 오른쪽 자물쇠를 잠급니다.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62272" y="3840480"/>
            <a:ext cx="34015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18304" y="4096512"/>
            <a:ext cx="438912" cy="438912"/>
          </a:xfrm>
          <a:prstGeom prst="ellipse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4160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406908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터치 편집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36592" y="4663440"/>
            <a:ext cx="2852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파란 조절점을 누른 채 움직입니다.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84464" y="3840480"/>
            <a:ext cx="34015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40496" y="4096512"/>
            <a:ext cx="438912" cy="438912"/>
          </a:xfrm>
          <a:prstGeom prst="ellipse">
            <a:avLst/>
          </a:prstGeom>
          <a:solidFill>
            <a:srgbClr val="29A37A"/>
          </a:solidFill>
          <a:ln w="12700">
            <a:solidFill>
              <a:srgbClr val="29A3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40496" y="416052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25712" y="4069080"/>
            <a:ext cx="2322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저장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58784" y="4663440"/>
            <a:ext cx="28529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메뉴에서 PNG 또는 SVG로 저장합니다.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 ·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터치로 변 편집하기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6245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스크롤 잠금을 켜면 화면 이동 없이 조절점을 안정적으로 움직일 수 있습니다.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46177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91640" y="2331720"/>
            <a:ext cx="2697480" cy="2697480"/>
          </a:xfrm>
          <a:prstGeom prst="hexagon">
            <a:avLst/>
          </a:prstGeom>
          <a:solidFill>
            <a:srgbClr val="E9EEFF">
              <a:alpha val="95000"/>
            </a:srgbClr>
          </a:solidFill>
          <a:ln w="31750">
            <a:solidFill>
              <a:srgbClr val="3157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38528" y="2962656"/>
            <a:ext cx="292608" cy="292608"/>
          </a:xfrm>
          <a:prstGeom prst="ellipse">
            <a:avLst/>
          </a:prstGeom>
          <a:solidFill>
            <a:srgbClr val="3157D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98648" y="2404872"/>
            <a:ext cx="292608" cy="292608"/>
          </a:xfrm>
          <a:prstGeom prst="ellipse">
            <a:avLst/>
          </a:prstGeom>
          <a:solidFill>
            <a:srgbClr val="3157D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3044952"/>
            <a:ext cx="292608" cy="292608"/>
          </a:xfrm>
          <a:prstGeom prst="ellipse">
            <a:avLst/>
          </a:prstGeom>
          <a:solidFill>
            <a:srgbClr val="3157D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35808" y="2834640"/>
            <a:ext cx="1115568" cy="1234440"/>
          </a:xfrm>
          <a:prstGeom prst="line">
            <a:avLst/>
          </a:prstGeom>
          <a:noFill/>
          <a:ln w="31750">
            <a:solidFill>
              <a:srgbClr val="F26B5E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697480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B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누른 채 이동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97880" y="2002536"/>
            <a:ext cx="146304" cy="146304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92024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파란색 조절점은 직접 움직일 수 있습니다.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97880" y="2660904"/>
            <a:ext cx="146304" cy="146304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57860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회색 꼭짓점은 기준점이며 고정되어 있습니다.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97880" y="3319272"/>
            <a:ext cx="146304" cy="146304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323697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대응되는 변은 선택한 규칙에 따라 자동 계산됩니다.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97880" y="3977640"/>
            <a:ext cx="146304" cy="146304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389534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직선은 꺾이는 점, 곡선은 곡률 제어점으로 동작합니다.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97880" y="4636008"/>
            <a:ext cx="146304" cy="146304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72200" y="455371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편집기 제목을 눌러 접거나 다시 펼칠 수 있습니다.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 ·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도형과 변형 규칙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6245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변형 규칙에 따라 직접 편집하는 변과 자동 계산되는 대응 변이 달라집니다.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658368" cy="658368"/>
          </a:xfrm>
          <a:prstGeom prst="triangl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7048" y="1847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삼각형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27048" y="223113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대칭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27048" y="268833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방향으로 자연스럽게 연결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71416" y="2011680"/>
            <a:ext cx="658368" cy="658368"/>
          </a:xfrm>
          <a:prstGeom prst="rect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40096" y="1847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사각형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40096" y="223113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90° 회전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0096" y="268833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회전된 변으로 연결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84464" y="2011680"/>
            <a:ext cx="658368" cy="658368"/>
          </a:xfrm>
          <a:prstGeom prst="rect">
            <a:avLst/>
          </a:prstGeom>
          <a:solidFill>
            <a:srgbClr val="29A37A"/>
          </a:solidFill>
          <a:ln w="12700">
            <a:solidFill>
              <a:srgbClr val="29A3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53144" y="1847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사각형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53144" y="223113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평행 이동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53144" y="268833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마주 보는 변으로 연결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3950208"/>
            <a:ext cx="658368" cy="658368"/>
          </a:xfrm>
          <a:prstGeom prst="rect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27048" y="37856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사각형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27048" y="416966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미끄럼 반사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27048" y="462686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이동과 반사를 결합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71416" y="3950208"/>
            <a:ext cx="658368" cy="658368"/>
          </a:xfrm>
          <a:prstGeom prst="hexagon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0096" y="37856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육각형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0096" y="416966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120° 회전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40096" y="462686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방향 회전 대칭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84464" y="3950208"/>
            <a:ext cx="658368" cy="658368"/>
          </a:xfrm>
          <a:prstGeom prst="hexagon">
            <a:avLst/>
          </a:prstGeom>
          <a:solidFill>
            <a:srgbClr val="29A37A"/>
          </a:solidFill>
          <a:ln w="12700">
            <a:solidFill>
              <a:srgbClr val="29A3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53144" y="37856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육각형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53144" y="416966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자유형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53144" y="462686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쌍의 변을 자유롭게 편집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39312" y="5742432"/>
            <a:ext cx="4937760" cy="365760"/>
          </a:xfrm>
          <a:prstGeom prst="roundRect">
            <a:avLst>
              <a:gd name="adj" fmla="val 15000"/>
            </a:avLst>
          </a:prstGeom>
          <a:solidFill>
            <a:srgbClr val="E9EEFF"/>
          </a:solidFill>
          <a:ln w="12700">
            <a:solidFill>
              <a:srgbClr val="E9EE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39312" y="5824728"/>
            <a:ext cx="49377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육각형에는 평행 이동과 미끄럼 반사도 제공됩니다.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 ·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색상과 하단 도구 모음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6245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패턴의 인상과 화면 표시를 작업 중에도 즉시 조정할 수 있습니다.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3429000" cy="361188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2130552"/>
            <a:ext cx="438912" cy="438912"/>
          </a:xfrm>
          <a:prstGeom prst="ellipse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27048" y="2103120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/ Secondary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697480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Primary는 주 패턴과 윤곽 색상, Secondary는 교차 타일 색상입니다. 준비된 색상 또는 사용자 지정 색상을 선택하세요.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143000" y="4160520"/>
            <a:ext cx="512064" cy="512064"/>
          </a:xfrm>
          <a:prstGeom prst="ellipse">
            <a:avLst/>
          </a:prstGeom>
          <a:solidFill>
            <a:srgbClr val="3157D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3080" y="4160520"/>
            <a:ext cx="512064" cy="512064"/>
          </a:xfrm>
          <a:prstGeom prst="ellipse">
            <a:avLst/>
          </a:prstGeom>
          <a:solidFill>
            <a:srgbClr val="EC489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4160520"/>
            <a:ext cx="512064" cy="512064"/>
          </a:xfrm>
          <a:prstGeom prst="ellipse">
            <a:avLst/>
          </a:prstGeom>
          <a:solidFill>
            <a:srgbClr val="FDE68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1874520"/>
            <a:ext cx="3429000" cy="361188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2130552"/>
            <a:ext cx="438912" cy="438912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2103120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격자와 Zoom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45152" y="2697480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격자는 편집기의 기준선을 표시합니다. Zoom은 배경 반복 패턴을 0.5배에서 2배까지 조절합니다.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37760" y="4407408"/>
            <a:ext cx="1965960" cy="0"/>
          </a:xfrm>
          <a:prstGeom prst="line">
            <a:avLst/>
          </a:prstGeom>
          <a:noFill/>
          <a:ln w="50800">
            <a:solidFill>
              <a:srgbClr val="D9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0" y="4242816"/>
            <a:ext cx="329184" cy="329184"/>
          </a:xfrm>
          <a:prstGeom prst="ellipse">
            <a:avLst/>
          </a:prstGeom>
          <a:solidFill>
            <a:srgbClr val="3157D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0" y="1874520"/>
            <a:ext cx="3429000" cy="361188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02752" y="2130552"/>
            <a:ext cx="438912" cy="438912"/>
          </a:xfrm>
          <a:prstGeom prst="ellipse">
            <a:avLst/>
          </a:prstGeom>
          <a:solidFill>
            <a:srgbClr val="29A37A"/>
          </a:solidFill>
          <a:ln w="12700">
            <a:solidFill>
              <a:srgbClr val="29A3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2752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87968" y="2103120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설명하기와 잠금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21040" y="2697480"/>
            <a:ext cx="2880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설명하기로 반복 원리를 단계별 확인합니다. 편집할 때는 스크롤 잠금을 켜 안정적으로 드래그하세요.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 · 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육각형 자유형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6245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가능한 세 변에 조절점을 추가해 더 복잡한 타일을 만들 수 있습니다.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77240" y="1901952"/>
            <a:ext cx="32461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3272" y="2157984"/>
            <a:ext cx="438912" cy="438912"/>
          </a:xfrm>
          <a:prstGeom prst="ellipse">
            <a:avLst/>
          </a:prstGeom>
          <a:solidFill>
            <a:srgbClr val="3157D5"/>
          </a:solidFill>
          <a:ln w="12700">
            <a:solidFill>
              <a:srgbClr val="3157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22199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18488" y="2130552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육각형 선택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72491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변형 종류에서 자유형을 선택합니다.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0" y="1901952"/>
            <a:ext cx="32461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2157984"/>
            <a:ext cx="438912" cy="438912"/>
          </a:xfrm>
          <a:prstGeom prst="ellipse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222199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13248" y="2130552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 길게 누르기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272491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파란 점선으로 표시된 편집 가능 변을 길게 누릅니다.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366760" y="1901952"/>
            <a:ext cx="324612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22792" y="2157984"/>
            <a:ext cx="438912" cy="438912"/>
          </a:xfrm>
          <a:prstGeom prst="ellipse">
            <a:avLst/>
          </a:prstGeom>
          <a:solidFill>
            <a:srgbClr val="29A37A"/>
          </a:solidFill>
          <a:ln w="12700">
            <a:solidFill>
              <a:srgbClr val="29A3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222199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208008" y="2130552"/>
            <a:ext cx="2167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점 드래그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41080" y="2724912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추가된 파란 조절점을 원하는 위치로 움직입니다.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188720" y="4892040"/>
            <a:ext cx="9692640" cy="0"/>
          </a:xfrm>
          <a:prstGeom prst="line">
            <a:avLst/>
          </a:prstGeom>
          <a:noFill/>
          <a:ln w="88900">
            <a:solidFill>
              <a:srgbClr val="3157D5">
                <a:alpha val="2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11680" y="4718304"/>
            <a:ext cx="347472" cy="347472"/>
          </a:xfrm>
          <a:prstGeom prst="ellipse">
            <a:avLst/>
          </a:prstGeom>
          <a:solidFill>
            <a:srgbClr val="3157D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4718304"/>
            <a:ext cx="347472" cy="347472"/>
          </a:xfrm>
          <a:prstGeom prst="ellipse">
            <a:avLst/>
          </a:prstGeom>
          <a:solidFill>
            <a:srgbClr val="3157D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0" y="4718304"/>
            <a:ext cx="347472" cy="347472"/>
          </a:xfrm>
          <a:prstGeom prst="ellipse">
            <a:avLst/>
          </a:prstGeom>
          <a:solidFill>
            <a:srgbClr val="3157D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0" y="4718304"/>
            <a:ext cx="347472" cy="347472"/>
          </a:xfrm>
          <a:prstGeom prst="ellipse">
            <a:avLst/>
          </a:prstGeom>
          <a:solidFill>
            <a:srgbClr val="3157D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55595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기기에서 길게 누르기가 브라우저 메뉴로 처리되면 Android 앱에서 다시 시도하세요.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 · 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초기화와 파일 저장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6245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용도에 맞춰 PNG 또는 SVG를 선택하세요.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3383280" cy="35204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130552"/>
            <a:ext cx="438912" cy="438912"/>
          </a:xfrm>
          <a:prstGeom prst="ellipse">
            <a:avLst/>
          </a:prstGeom>
          <a:solidFill>
            <a:srgbClr val="667085"/>
          </a:solidFill>
          <a:ln w="12700">
            <a:solidFill>
              <a:srgbClr val="6670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72768" y="210312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초기화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69748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도형의 변 편집 결과만 기본 형태로 되돌립니다. 색상과 Zoom 값은 유지됩니다.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407408" y="1874520"/>
            <a:ext cx="3383280" cy="35204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130552"/>
            <a:ext cx="438912" cy="438912"/>
          </a:xfrm>
          <a:prstGeom prst="ellipse">
            <a:avLst/>
          </a:prstGeom>
          <a:solidFill>
            <a:srgbClr val="F26B5E"/>
          </a:solidFill>
          <a:ln w="12700">
            <a:solidFill>
              <a:srgbClr val="F26B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48656" y="210312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PNG 이미지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81728" y="269748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패턴 영역을 2배 해상도의 이미지로 저장합니다. 문서, 발표 자료, 메신저에 적합합니다.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83296" y="1874520"/>
            <a:ext cx="3383280" cy="352044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9328" y="2130552"/>
            <a:ext cx="438912" cy="438912"/>
          </a:xfrm>
          <a:prstGeom prst="ellipse">
            <a:avLst/>
          </a:prstGeom>
          <a:solidFill>
            <a:srgbClr val="29A37A"/>
          </a:solidFill>
          <a:ln w="12700">
            <a:solidFill>
              <a:srgbClr val="29A3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39328" y="2194560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24544" y="2103120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SVG 벡터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57616" y="2697480"/>
            <a:ext cx="2834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확대해도 선명한 벡터 파일입니다. 인쇄와 디자인 편집 작업에 적합합니다.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60120" y="5742432"/>
            <a:ext cx="10241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위치는 Android 버전과 브라우저 설정에 따라 다릅니다. 다운로드 목록 또는 Downloads 폴더를 확인하세요.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3157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 · 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 생겼을 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12648" y="136245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대부분은 편집 상태, 설명 모드 또는 화면 표시 설정에서 해결할 수 있습니다.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1663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574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6B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202996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드래그할 때 화면도 움직여요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55117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오른쪽 자물쇠를 눌러 스크롤을 잠급니다.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55080" y="1828800"/>
            <a:ext cx="51663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20574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6B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32320" y="202996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편집기가 보이지 않아요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0" y="255117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편집기 제목을 눌러 펼치거나 설명 모드를 종료합니다.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51663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9776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6B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9502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파일을 찾을 수 없어요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447141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 알림, Downloads 폴더와 브라우저 권한을 확인합니다.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55080" y="3749040"/>
            <a:ext cx="51663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39776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6B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132320" y="39502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 크기가 맞지 않아요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132320" y="4471416"/>
            <a:ext cx="4069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Zoom 슬라이더로 0.5배~2배 범위에서 조절합니다.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437376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JIE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Tessellation Studio 모바일 사용 매뉴얼</dc:title>
  <dc:subject>Tessellation Studio 모바일 사용 매뉴얼</dc:subject>
  <dc:creator>Tessellation Studio</dc:creator>
  <cp:lastModifiedBy>Tessellation Studio</cp:lastModifiedBy>
  <cp:revision>1</cp:revision>
  <dcterms:created xsi:type="dcterms:W3CDTF">2026-09-30T14:25:09Z</dcterms:created>
  <dcterms:modified xsi:type="dcterms:W3CDTF">2026-09-30T14:25:09Z</dcterms:modified>
</cp:coreProperties>
</file>