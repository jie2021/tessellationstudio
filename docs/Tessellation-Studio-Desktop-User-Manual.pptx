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UAL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TESSELLATION STUDIO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921240" y="647395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 MANUAL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438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694944"/>
            <a:ext cx="1508760" cy="365760"/>
          </a:xfrm>
          <a:prstGeom prst="roundRect">
            <a:avLst>
              <a:gd name="adj" fmla="val 15000"/>
            </a:avLst>
          </a:prstGeom>
          <a:solidFill>
            <a:srgbClr val="E9EEFF"/>
          </a:solidFill>
          <a:ln w="12700">
            <a:solidFill>
              <a:srgbClr val="E9E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777240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157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DESKTOP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13232" y="1353312"/>
            <a:ext cx="5577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Tessellation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Studio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157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매뉴얼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31520" y="3675888"/>
            <a:ext cx="5897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Electron 앱 · 데스크톱 웹 브라우저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96519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도형의 변을 바꾸고, 반복 패턴을 만들고, 이미지로 저장하세요.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43800" y="0"/>
            <a:ext cx="4645152" cy="6858000"/>
          </a:xfrm>
          <a:prstGeom prst="rect">
            <a:avLst/>
          </a:prstGeom>
          <a:solidFill>
            <a:srgbClr val="17202A"/>
          </a:solidFill>
          <a:ln w="12700">
            <a:solidFill>
              <a:srgbClr val="1720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228600"/>
            <a:ext cx="912937" cy="803385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800000">
            <a:off x="8511952" y="529869"/>
            <a:ext cx="912937" cy="803385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05784" y="228600"/>
            <a:ext cx="912937" cy="803385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800000">
            <a:off x="9899616" y="529869"/>
            <a:ext cx="912937" cy="803385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93448" y="228600"/>
            <a:ext cx="912937" cy="803385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800000">
            <a:off x="7818120" y="831138"/>
            <a:ext cx="912937" cy="803385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11952" y="1132408"/>
            <a:ext cx="912937" cy="803385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1800000">
            <a:off x="9205784" y="831138"/>
            <a:ext cx="912937" cy="803385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99616" y="1132408"/>
            <a:ext cx="912937" cy="803385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800000">
            <a:off x="10593448" y="831138"/>
            <a:ext cx="912937" cy="803385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18120" y="1433677"/>
            <a:ext cx="912937" cy="803385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800000">
            <a:off x="8511952" y="1734946"/>
            <a:ext cx="912937" cy="803385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05784" y="1433677"/>
            <a:ext cx="912937" cy="803385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800000">
            <a:off x="9899616" y="1734946"/>
            <a:ext cx="912937" cy="803385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93448" y="1433677"/>
            <a:ext cx="912937" cy="803385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1800000">
            <a:off x="7818120" y="2036215"/>
            <a:ext cx="912937" cy="803385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11952" y="2337484"/>
            <a:ext cx="912937" cy="803385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1800000">
            <a:off x="9205784" y="2036215"/>
            <a:ext cx="912937" cy="803385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99616" y="2337484"/>
            <a:ext cx="912937" cy="803385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1800000">
            <a:off x="10593448" y="2036215"/>
            <a:ext cx="912937" cy="803385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73568" y="1508760"/>
            <a:ext cx="3749040" cy="3429000"/>
          </a:xfrm>
          <a:prstGeom prst="roundRect">
            <a:avLst>
              <a:gd name="adj" fmla="val 2133"/>
            </a:avLst>
          </a:prstGeom>
          <a:solidFill>
            <a:srgbClr val="17202A"/>
          </a:solidFill>
          <a:ln w="12700">
            <a:solidFill>
              <a:srgbClr val="1720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83296" y="1655064"/>
            <a:ext cx="3529584" cy="3044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83296" y="1655064"/>
            <a:ext cx="1049731" cy="304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84464" y="1920240"/>
            <a:ext cx="8247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Tessellation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Studio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66176" y="2770632"/>
            <a:ext cx="749808" cy="393192"/>
          </a:xfrm>
          <a:prstGeom prst="roundRect">
            <a:avLst>
              <a:gd name="adj" fmla="val 11628"/>
            </a:avLst>
          </a:prstGeom>
          <a:solidFill>
            <a:srgbClr val="E9EEFF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39328" y="2889504"/>
            <a:ext cx="59984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157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도형 선택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266176" y="3392424"/>
            <a:ext cx="749808" cy="393192"/>
          </a:xfrm>
          <a:prstGeom prst="roundRect">
            <a:avLst>
              <a:gd name="adj" fmla="val 11628"/>
            </a:avLst>
          </a:prstGeom>
          <a:solidFill>
            <a:srgbClr val="F7F8FA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39328" y="3511296"/>
            <a:ext cx="59984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266176" y="4014216"/>
            <a:ext cx="749808" cy="393192"/>
          </a:xfrm>
          <a:prstGeom prst="roundRect">
            <a:avLst>
              <a:gd name="adj" fmla="val 11628"/>
            </a:avLst>
          </a:prstGeom>
          <a:solidFill>
            <a:srgbClr val="F7F8FA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39328" y="4133088"/>
            <a:ext cx="59984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 형태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266176" y="4636008"/>
            <a:ext cx="749808" cy="393192"/>
          </a:xfrm>
          <a:prstGeom prst="roundRect">
            <a:avLst>
              <a:gd name="adj" fmla="val 11628"/>
            </a:avLst>
          </a:prstGeom>
          <a:solidFill>
            <a:srgbClr val="F7F8FA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39328" y="4754880"/>
            <a:ext cx="59984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변형 종류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248242" y="2103120"/>
            <a:ext cx="641909" cy="564880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1800000">
            <a:off x="9736092" y="2314950"/>
            <a:ext cx="641909" cy="564880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223943" y="2103120"/>
            <a:ext cx="641909" cy="564880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1800000">
            <a:off x="10711794" y="2314950"/>
            <a:ext cx="641909" cy="564880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199644" y="2103120"/>
            <a:ext cx="641909" cy="564880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1800000">
            <a:off x="9248242" y="2526780"/>
            <a:ext cx="641909" cy="564880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736092" y="2738610"/>
            <a:ext cx="641909" cy="564880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1800000">
            <a:off x="10223943" y="2526780"/>
            <a:ext cx="641909" cy="564880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711794" y="2738610"/>
            <a:ext cx="641909" cy="564880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1800000">
            <a:off x="11199644" y="2526780"/>
            <a:ext cx="641909" cy="564880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248242" y="2950440"/>
            <a:ext cx="641909" cy="564880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1800000">
            <a:off x="9736092" y="3162270"/>
            <a:ext cx="641909" cy="564880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223943" y="2950440"/>
            <a:ext cx="641909" cy="564880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1800000">
            <a:off x="10711794" y="3162270"/>
            <a:ext cx="641909" cy="564880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199644" y="2950440"/>
            <a:ext cx="641909" cy="564880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1800000">
            <a:off x="9248242" y="3374099"/>
            <a:ext cx="641909" cy="564880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736092" y="3585929"/>
            <a:ext cx="641909" cy="564880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1800000">
            <a:off x="10223943" y="3374099"/>
            <a:ext cx="641909" cy="564880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711794" y="3585929"/>
            <a:ext cx="641909" cy="564880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1800000">
            <a:off x="11199644" y="3374099"/>
            <a:ext cx="641909" cy="564880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110521" y="2606040"/>
            <a:ext cx="1325880" cy="1325880"/>
          </a:xfrm>
          <a:prstGeom prst="ellipse">
            <a:avLst/>
          </a:prstGeom>
          <a:solidFill>
            <a:srgbClr val="E9EEFF">
              <a:alpha val="90000"/>
            </a:srgbClr>
          </a:solidFill>
          <a:ln w="19050">
            <a:solidFill>
              <a:srgbClr val="3157D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447934" y="2983230"/>
            <a:ext cx="201168" cy="201168"/>
          </a:xfrm>
          <a:prstGeom prst="ellipse">
            <a:avLst/>
          </a:prstGeom>
          <a:solidFill>
            <a:srgbClr val="3157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773107" y="4754880"/>
            <a:ext cx="149962" cy="502920"/>
          </a:xfrm>
          <a:prstGeom prst="line">
            <a:avLst/>
          </a:prstGeom>
          <a:noFill/>
          <a:ln w="50800">
            <a:solidFill>
              <a:srgbClr val="17202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10800000">
            <a:off x="9548165" y="5148072"/>
            <a:ext cx="599846" cy="228600"/>
          </a:xfrm>
          <a:prstGeom prst="trapezoid">
            <a:avLst/>
          </a:prstGeom>
          <a:solidFill>
            <a:srgbClr val="17202A"/>
          </a:solidFill>
          <a:ln w="12700">
            <a:solidFill>
              <a:srgbClr val="17202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1520" y="6236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JIE Inc.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157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DESKTOP ·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작업 화면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36245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→ 편집 → 미리보기 → 저장의 흐름으로 구성됩니다.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2240280"/>
            <a:ext cx="4800600" cy="2971800"/>
          </a:xfrm>
          <a:prstGeom prst="roundRect">
            <a:avLst>
              <a:gd name="adj" fmla="val 2462"/>
            </a:avLst>
          </a:prstGeom>
          <a:solidFill>
            <a:srgbClr val="17202A"/>
          </a:solidFill>
          <a:ln w="12700">
            <a:solidFill>
              <a:srgbClr val="1720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386584"/>
            <a:ext cx="4581144" cy="25877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" y="2386584"/>
            <a:ext cx="1344168" cy="2587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" y="2651760"/>
            <a:ext cx="10561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Tessellation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Studio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69848" y="3502152"/>
            <a:ext cx="960120" cy="393192"/>
          </a:xfrm>
          <a:prstGeom prst="roundRect">
            <a:avLst>
              <a:gd name="adj" fmla="val 11628"/>
            </a:avLst>
          </a:prstGeom>
          <a:solidFill>
            <a:srgbClr val="E9EEFF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3621024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157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도형 선택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69848" y="4123944"/>
            <a:ext cx="960120" cy="393192"/>
          </a:xfrm>
          <a:prstGeom prst="roundRect">
            <a:avLst>
              <a:gd name="adj" fmla="val 11628"/>
            </a:avLst>
          </a:prstGeom>
          <a:solidFill>
            <a:srgbClr val="F7F8FA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4242816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69848" y="4745736"/>
            <a:ext cx="960120" cy="393192"/>
          </a:xfrm>
          <a:prstGeom prst="roundRect">
            <a:avLst>
              <a:gd name="adj" fmla="val 11628"/>
            </a:avLst>
          </a:prstGeom>
          <a:solidFill>
            <a:srgbClr val="F7F8FA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864608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 형태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69848" y="5367528"/>
            <a:ext cx="960120" cy="393192"/>
          </a:xfrm>
          <a:prstGeom prst="roundRect">
            <a:avLst>
              <a:gd name="adj" fmla="val 11628"/>
            </a:avLst>
          </a:prstGeom>
          <a:solidFill>
            <a:srgbClr val="F7F8FA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5486400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변형 종류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409444" y="2834640"/>
            <a:ext cx="641909" cy="564880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800000">
            <a:off x="2897295" y="3046470"/>
            <a:ext cx="641909" cy="564880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5145" y="2834640"/>
            <a:ext cx="641909" cy="564880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800000">
            <a:off x="3872996" y="3046470"/>
            <a:ext cx="641909" cy="564880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60847" y="2834640"/>
            <a:ext cx="641909" cy="564880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800000">
            <a:off x="2409444" y="3258300"/>
            <a:ext cx="641909" cy="564880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97295" y="3470130"/>
            <a:ext cx="641909" cy="564880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800000">
            <a:off x="3385145" y="3258300"/>
            <a:ext cx="641909" cy="564880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72996" y="3470130"/>
            <a:ext cx="641909" cy="564880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800000">
            <a:off x="4360847" y="3258300"/>
            <a:ext cx="641909" cy="564880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09444" y="3681960"/>
            <a:ext cx="641909" cy="564880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1800000">
            <a:off x="2897295" y="3893790"/>
            <a:ext cx="641909" cy="564880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5145" y="3681960"/>
            <a:ext cx="641909" cy="564880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1800000">
            <a:off x="3872996" y="3893790"/>
            <a:ext cx="641909" cy="564880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60847" y="3681960"/>
            <a:ext cx="641909" cy="564880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1800000">
            <a:off x="2409444" y="4105619"/>
            <a:ext cx="641909" cy="564880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97295" y="4317449"/>
            <a:ext cx="641909" cy="564880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1800000">
            <a:off x="3385145" y="4105619"/>
            <a:ext cx="641909" cy="564880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72996" y="4317449"/>
            <a:ext cx="641909" cy="564880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1800000">
            <a:off x="4360847" y="4105619"/>
            <a:ext cx="641909" cy="564880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13582" y="3191256"/>
            <a:ext cx="1325880" cy="1325880"/>
          </a:xfrm>
          <a:prstGeom prst="ellipse">
            <a:avLst/>
          </a:prstGeom>
          <a:solidFill>
            <a:srgbClr val="E9EEFF">
              <a:alpha val="90000"/>
            </a:srgbClr>
          </a:solidFill>
          <a:ln w="19050">
            <a:solidFill>
              <a:srgbClr val="3157D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45636" y="3518154"/>
            <a:ext cx="201168" cy="201168"/>
          </a:xfrm>
          <a:prstGeom prst="ellipse">
            <a:avLst/>
          </a:prstGeom>
          <a:solidFill>
            <a:srgbClr val="3157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81528" y="5029200"/>
            <a:ext cx="192024" cy="502920"/>
          </a:xfrm>
          <a:prstGeom prst="line">
            <a:avLst/>
          </a:prstGeom>
          <a:noFill/>
          <a:ln w="50800">
            <a:solidFill>
              <a:srgbClr val="1720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0800000">
            <a:off x="2793492" y="5422392"/>
            <a:ext cx="768096" cy="228600"/>
          </a:xfrm>
          <a:prstGeom prst="trapezoid">
            <a:avLst/>
          </a:prstGeom>
          <a:solidFill>
            <a:srgbClr val="17202A"/>
          </a:solidFill>
          <a:ln w="12700">
            <a:solidFill>
              <a:srgbClr val="17202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63640" y="2020824"/>
            <a:ext cx="146304" cy="146304"/>
          </a:xfrm>
          <a:prstGeom prst="ellipse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37960" y="193852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 설정 패널에서 작업 조건을 선택합니다.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263640" y="2734056"/>
            <a:ext cx="146304" cy="146304"/>
          </a:xfrm>
          <a:prstGeom prst="ellipse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265176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 편집기에서 파란 조절점을 마우스로 움직입니다.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263640" y="3447288"/>
            <a:ext cx="146304" cy="146304"/>
          </a:xfrm>
          <a:prstGeom prst="ellipse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37960" y="336499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배경에서 반복 결과를 실시간 확인합니다.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263640" y="4160520"/>
            <a:ext cx="146304" cy="146304"/>
          </a:xfrm>
          <a:prstGeom prst="ellipse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37960" y="4078224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하단에서 격자·Zoom·설명 모드를 제어합니다.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263640" y="4873752"/>
            <a:ext cx="146304" cy="146304"/>
          </a:xfrm>
          <a:prstGeom prst="ellipse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37960" y="4791456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 패널 하단에서 PNG 또는 SVG로 저장합니다.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157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DESKTOP ·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저장까지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36245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순서대로 진행하면 첫 패턴을 빠르게 완성할 수 있습니다.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0156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130552"/>
            <a:ext cx="438912" cy="438912"/>
          </a:xfrm>
          <a:prstGeom prst="ellipse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1945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81328" y="210312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도형 선택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2852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삼각형, 사각형, 육각형 중 하나를 고릅니다.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62272" y="1874520"/>
            <a:ext cx="340156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18304" y="2130552"/>
            <a:ext cx="438912" cy="438912"/>
          </a:xfrm>
          <a:prstGeom prst="ellipse">
            <a:avLst/>
          </a:prstGeom>
          <a:solidFill>
            <a:srgbClr val="F26B5E"/>
          </a:solidFill>
          <a:ln w="12700">
            <a:solidFill>
              <a:srgbClr val="F26B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21945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210312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 선택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36592" y="2697480"/>
            <a:ext cx="2852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Primary와 Secondary 색상을 정합니다.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84464" y="1874520"/>
            <a:ext cx="340156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40496" y="2130552"/>
            <a:ext cx="438912" cy="438912"/>
          </a:xfrm>
          <a:prstGeom prst="ellipse">
            <a:avLst/>
          </a:prstGeom>
          <a:solidFill>
            <a:srgbClr val="29A37A"/>
          </a:solidFill>
          <a:ln w="12700">
            <a:solidFill>
              <a:srgbClr val="29A3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0496" y="21945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25712" y="210312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 형태 선택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58784" y="2697480"/>
            <a:ext cx="2852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직선 또는 곡선을 선택합니다.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840480"/>
            <a:ext cx="340156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" y="4096512"/>
            <a:ext cx="438912" cy="438912"/>
          </a:xfrm>
          <a:prstGeom prst="ellipse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1605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81328" y="406908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변형 선택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4663440"/>
            <a:ext cx="2852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도형에 맞는 회전, 이동, 반사를 고릅니다.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462272" y="3840480"/>
            <a:ext cx="340156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18304" y="4096512"/>
            <a:ext cx="438912" cy="438912"/>
          </a:xfrm>
          <a:prstGeom prst="ellipse">
            <a:avLst/>
          </a:prstGeom>
          <a:solidFill>
            <a:srgbClr val="F26B5E"/>
          </a:solidFill>
          <a:ln w="12700">
            <a:solidFill>
              <a:srgbClr val="F26B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18304" y="41605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0" y="406908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마우스 편집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36592" y="4663440"/>
            <a:ext cx="2852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파란 조절점을 클릭한 채 움직입니다.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284464" y="3840480"/>
            <a:ext cx="340156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40496" y="4096512"/>
            <a:ext cx="438912" cy="438912"/>
          </a:xfrm>
          <a:prstGeom prst="ellipse">
            <a:avLst/>
          </a:prstGeom>
          <a:solidFill>
            <a:srgbClr val="29A37A"/>
          </a:solidFill>
          <a:ln w="12700">
            <a:solidFill>
              <a:srgbClr val="29A3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40496" y="41605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25712" y="406908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저장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58784" y="4663440"/>
            <a:ext cx="2852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 패널에서 PNG 또는 SVG로 저장합니다.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157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DESKTOP ·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마우스로 변 편집하기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36245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편집하는 변과 자동 계산되는 대응 변을 구분해 작업하세요.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461772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91640" y="2331720"/>
            <a:ext cx="2697480" cy="2697480"/>
          </a:xfrm>
          <a:prstGeom prst="hexagon">
            <a:avLst/>
          </a:prstGeom>
          <a:solidFill>
            <a:srgbClr val="E9EEFF">
              <a:alpha val="95000"/>
            </a:srgbClr>
          </a:solidFill>
          <a:ln w="31750">
            <a:solidFill>
              <a:srgbClr val="3157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38528" y="2962656"/>
            <a:ext cx="292608" cy="292608"/>
          </a:xfrm>
          <a:prstGeom prst="ellipse">
            <a:avLst/>
          </a:prstGeom>
          <a:solidFill>
            <a:srgbClr val="3157D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98648" y="2404872"/>
            <a:ext cx="292608" cy="292608"/>
          </a:xfrm>
          <a:prstGeom prst="ellipse">
            <a:avLst/>
          </a:prstGeom>
          <a:solidFill>
            <a:srgbClr val="3157D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3044952"/>
            <a:ext cx="292608" cy="292608"/>
          </a:xfrm>
          <a:prstGeom prst="ellipse">
            <a:avLst/>
          </a:prstGeom>
          <a:solidFill>
            <a:srgbClr val="3157D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35808" y="2834640"/>
            <a:ext cx="1115568" cy="1234440"/>
          </a:xfrm>
          <a:prstGeom prst="line">
            <a:avLst/>
          </a:prstGeom>
          <a:noFill/>
          <a:ln w="31750">
            <a:solidFill>
              <a:srgbClr val="F26B5E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697480" y="4297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6B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클릭한 채 이동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97880" y="2002536"/>
            <a:ext cx="146304" cy="146304"/>
          </a:xfrm>
          <a:prstGeom prst="ellipse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92024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파란색 조절점을 클릭한 채 움직입니다.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97880" y="2660904"/>
            <a:ext cx="146304" cy="146304"/>
          </a:xfrm>
          <a:prstGeom prst="ellipse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257860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회색 꼭짓점은 기준점이며 고정되어 있습니다.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97880" y="3319272"/>
            <a:ext cx="146304" cy="146304"/>
          </a:xfrm>
          <a:prstGeom prst="ellipse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3236976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대응되는 변은 회전·이동·반사 규칙으로 자동 변경됩니다.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97880" y="3977640"/>
            <a:ext cx="146304" cy="146304"/>
          </a:xfrm>
          <a:prstGeom prst="ellipse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3895344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직선은 꺾이는 점, 곡선은 곡률 제어점으로 동작합니다.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897880" y="4636008"/>
            <a:ext cx="146304" cy="146304"/>
          </a:xfrm>
          <a:prstGeom prst="ellipse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455371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편집기 제목을 클릭해 접거나 다시 펼칠 수 있습니다.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157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DESKTOP ·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도형과 변형 규칙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36245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변형 규칙에 따라 직접 편집하는 변과 자동 계산되는 대응 변이 달라집니다.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2011680"/>
            <a:ext cx="658368" cy="658368"/>
          </a:xfrm>
          <a:prstGeom prst="triangle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7048" y="18470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삼각형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27048" y="223113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대칭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27048" y="268833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방향으로 자연스럽게 연결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71416" y="2011680"/>
            <a:ext cx="658368" cy="658368"/>
          </a:xfrm>
          <a:prstGeom prst="rect">
            <a:avLst/>
          </a:prstGeom>
          <a:solidFill>
            <a:srgbClr val="F26B5E"/>
          </a:solidFill>
          <a:ln w="12700">
            <a:solidFill>
              <a:srgbClr val="F26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40096" y="18470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사각형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40096" y="223113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90° 회전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40096" y="268833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회전된 변으로 연결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84464" y="2011680"/>
            <a:ext cx="658368" cy="658368"/>
          </a:xfrm>
          <a:prstGeom prst="rect">
            <a:avLst/>
          </a:prstGeom>
          <a:solidFill>
            <a:srgbClr val="29A37A"/>
          </a:solidFill>
          <a:ln w="12700">
            <a:solidFill>
              <a:srgbClr val="29A3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53144" y="18470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사각형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53144" y="223113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평행 이동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53144" y="268833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마주 보는 변으로 연결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950208"/>
            <a:ext cx="658368" cy="658368"/>
          </a:xfrm>
          <a:prstGeom prst="rect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27048" y="37856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사각형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27048" y="416966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미끄럼 반사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27048" y="462686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이동과 반사를 결합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71416" y="3950208"/>
            <a:ext cx="658368" cy="658368"/>
          </a:xfrm>
          <a:prstGeom prst="hexagon">
            <a:avLst/>
          </a:prstGeom>
          <a:solidFill>
            <a:srgbClr val="F26B5E"/>
          </a:solidFill>
          <a:ln w="12700">
            <a:solidFill>
              <a:srgbClr val="F26B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0096" y="37856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육각형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40096" y="416966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120° 회전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40096" y="462686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방향 회전 대칭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84464" y="3950208"/>
            <a:ext cx="658368" cy="658368"/>
          </a:xfrm>
          <a:prstGeom prst="hexagon">
            <a:avLst/>
          </a:prstGeom>
          <a:solidFill>
            <a:srgbClr val="29A37A"/>
          </a:solidFill>
          <a:ln w="12700">
            <a:solidFill>
              <a:srgbClr val="29A3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53144" y="37856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육각형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53144" y="416966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자유형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53144" y="462686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쌍의 변을 자유롭게 편집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39312" y="5742432"/>
            <a:ext cx="4937760" cy="365760"/>
          </a:xfrm>
          <a:prstGeom prst="roundRect">
            <a:avLst>
              <a:gd name="adj" fmla="val 15000"/>
            </a:avLst>
          </a:prstGeom>
          <a:solidFill>
            <a:srgbClr val="E9EEFF"/>
          </a:solidFill>
          <a:ln w="12700">
            <a:solidFill>
              <a:srgbClr val="E9EE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39312" y="5824728"/>
            <a:ext cx="4937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157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육각형에는 평행 이동과 미끄럼 반사도 제공됩니다.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157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DESKTOP · 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색상과 하단 도구 모음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36245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패턴의 인상과 화면 표시를 작업 중에도 즉시 조정할 수 있습니다.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3429000" cy="361188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2130552"/>
            <a:ext cx="438912" cy="438912"/>
          </a:xfrm>
          <a:prstGeom prst="ellipse">
            <a:avLst/>
          </a:prstGeom>
          <a:solidFill>
            <a:srgbClr val="F26B5E"/>
          </a:solidFill>
          <a:ln w="12700">
            <a:solidFill>
              <a:srgbClr val="F26B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1945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27048" y="2103120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 / Secondary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97480"/>
            <a:ext cx="2880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Primary는 주 패턴과 윤곽 색상, Secondary는 교차 타일 색상입니다. 준비된 색상 또는 사용자 지정 색상을 선택하세요.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143000" y="4160520"/>
            <a:ext cx="512064" cy="512064"/>
          </a:xfrm>
          <a:prstGeom prst="ellipse">
            <a:avLst/>
          </a:prstGeom>
          <a:solidFill>
            <a:srgbClr val="3157D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83080" y="4160520"/>
            <a:ext cx="512064" cy="512064"/>
          </a:xfrm>
          <a:prstGeom prst="ellipse">
            <a:avLst/>
          </a:prstGeom>
          <a:solidFill>
            <a:srgbClr val="EC48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4160520"/>
            <a:ext cx="512064" cy="512064"/>
          </a:xfrm>
          <a:prstGeom prst="ellipse">
            <a:avLst/>
          </a:prstGeom>
          <a:solidFill>
            <a:srgbClr val="FDE68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0832" y="1874520"/>
            <a:ext cx="3429000" cy="361188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26864" y="2130552"/>
            <a:ext cx="438912" cy="438912"/>
          </a:xfrm>
          <a:prstGeom prst="ellipse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21945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12080" y="2103120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격자와 Zoom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45152" y="2697480"/>
            <a:ext cx="2880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격자는 편집기의 기준선을 표시합니다. Zoom은 배경 반복 패턴을 0.5배에서 2배까지 조절합니다.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937760" y="4407408"/>
            <a:ext cx="1965960" cy="0"/>
          </a:xfrm>
          <a:prstGeom prst="line">
            <a:avLst/>
          </a:prstGeom>
          <a:noFill/>
          <a:ln w="50800">
            <a:solidFill>
              <a:srgbClr val="D9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0" y="4242816"/>
            <a:ext cx="329184" cy="329184"/>
          </a:xfrm>
          <a:prstGeom prst="ellipse">
            <a:avLst/>
          </a:prstGeom>
          <a:solidFill>
            <a:srgbClr val="3157D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1874520"/>
            <a:ext cx="3429000" cy="361188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02752" y="2130552"/>
            <a:ext cx="438912" cy="438912"/>
          </a:xfrm>
          <a:prstGeom prst="ellipse">
            <a:avLst/>
          </a:prstGeom>
          <a:solidFill>
            <a:srgbClr val="29A37A"/>
          </a:solidFill>
          <a:ln w="12700">
            <a:solidFill>
              <a:srgbClr val="29A3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02752" y="21945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87968" y="2103120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설명하기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21040" y="2697480"/>
            <a:ext cx="2880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설명하기로 반복 원리를 단계별 확인합니다. 이전, 다음, 종료 버튼으로 제어하세요.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157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DESKTOP · 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육각형 자유형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36245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 가능한 세 변에 조절점을 추가해 더 복잡한 타일을 만들 수 있습니다.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1901952"/>
            <a:ext cx="32461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" y="2157984"/>
            <a:ext cx="438912" cy="438912"/>
          </a:xfrm>
          <a:prstGeom prst="ellipse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22199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18488" y="2130552"/>
            <a:ext cx="2167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육각형 선택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2724912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변형 종류에서 자유형을 선택합니다.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1901952"/>
            <a:ext cx="32461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2157984"/>
            <a:ext cx="438912" cy="438912"/>
          </a:xfrm>
          <a:prstGeom prst="ellipse">
            <a:avLst/>
          </a:prstGeom>
          <a:solidFill>
            <a:srgbClr val="F26B5E"/>
          </a:solidFill>
          <a:ln w="12700">
            <a:solidFill>
              <a:srgbClr val="F26B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222199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13248" y="2130552"/>
            <a:ext cx="2167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마우스 오른쪽 클릭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2724912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파란 점선 위의 원하는 위치를 오른쪽 클릭합니다.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366760" y="1901952"/>
            <a:ext cx="32461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22792" y="2157984"/>
            <a:ext cx="438912" cy="438912"/>
          </a:xfrm>
          <a:prstGeom prst="ellipse">
            <a:avLst/>
          </a:prstGeom>
          <a:solidFill>
            <a:srgbClr val="29A37A"/>
          </a:solidFill>
          <a:ln w="12700">
            <a:solidFill>
              <a:srgbClr val="29A3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222199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208008" y="2130552"/>
            <a:ext cx="2167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점 드래그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41080" y="2724912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추가된 파란 조절점을 원하는 위치로 움직입니다.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188720" y="4892040"/>
            <a:ext cx="9692640" cy="0"/>
          </a:xfrm>
          <a:prstGeom prst="line">
            <a:avLst/>
          </a:prstGeom>
          <a:noFill/>
          <a:ln w="88900">
            <a:solidFill>
              <a:srgbClr val="3157D5">
                <a:alpha val="2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1680" y="4718304"/>
            <a:ext cx="347472" cy="347472"/>
          </a:xfrm>
          <a:prstGeom prst="ellipse">
            <a:avLst/>
          </a:prstGeom>
          <a:solidFill>
            <a:srgbClr val="3157D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4718304"/>
            <a:ext cx="347472" cy="347472"/>
          </a:xfrm>
          <a:prstGeom prst="ellipse">
            <a:avLst/>
          </a:prstGeom>
          <a:solidFill>
            <a:srgbClr val="3157D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0" y="4718304"/>
            <a:ext cx="347472" cy="347472"/>
          </a:xfrm>
          <a:prstGeom prst="ellipse">
            <a:avLst/>
          </a:prstGeom>
          <a:solidFill>
            <a:srgbClr val="3157D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0" y="4718304"/>
            <a:ext cx="347472" cy="347472"/>
          </a:xfrm>
          <a:prstGeom prst="ellipse">
            <a:avLst/>
          </a:prstGeom>
          <a:solidFill>
            <a:srgbClr val="3157D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0" y="555955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파란 점선은 점을 추가할 수 있는 변을 나타냅니다.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157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DESKTOP · 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초기화와 파일 저장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36245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용도에 맞춰 PNG 또는 SVG를 선택하세요.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3383280" cy="352044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2130552"/>
            <a:ext cx="438912" cy="438912"/>
          </a:xfrm>
          <a:prstGeom prst="ellipse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1945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↺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72768" y="210312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초기화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697480"/>
            <a:ext cx="2834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도형의 변 편집 결과만 기본 형태로 되돌립니다. 색상과 Zoom 값은 유지됩니다.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07408" y="1874520"/>
            <a:ext cx="3383280" cy="352044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130552"/>
            <a:ext cx="438912" cy="438912"/>
          </a:xfrm>
          <a:prstGeom prst="ellipse">
            <a:avLst/>
          </a:prstGeom>
          <a:solidFill>
            <a:srgbClr val="F26B5E"/>
          </a:solidFill>
          <a:ln w="12700">
            <a:solidFill>
              <a:srgbClr val="F26B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1945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48656" y="210312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PNG 이미지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81728" y="2697480"/>
            <a:ext cx="2834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패턴 영역을 2배 해상도의 이미지로 저장합니다. 문서, 발표 자료, 메신저에 적합합니다.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83296" y="1874520"/>
            <a:ext cx="3383280" cy="352044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9328" y="2130552"/>
            <a:ext cx="438912" cy="438912"/>
          </a:xfrm>
          <a:prstGeom prst="ellipse">
            <a:avLst/>
          </a:prstGeom>
          <a:solidFill>
            <a:srgbClr val="29A37A"/>
          </a:solidFill>
          <a:ln w="12700">
            <a:solidFill>
              <a:srgbClr val="29A3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328" y="21945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24544" y="210312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SVG 벡터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57616" y="2697480"/>
            <a:ext cx="2834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확대해도 선명한 벡터 파일입니다. 인쇄와 디자인 편집 작업에 적합합니다.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60120" y="574243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브라우저에서는 기본 다운로드 폴더를 확인하세요. Windows 앱은 시스템 다운로드 처리 방식에 따라 알림이 표시될 수 있습니다.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157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DESKTOP · 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문제가 생겼을 때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36245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대부분은 편집 상태, 설명 모드 또는 화면 표시 설정에서 해결할 수 있습니다.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16636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574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6B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202996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조절점이 움직이지 않아요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2551176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파란 조절점인지 확인하고 설명 모드를 종료합니다.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516636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0574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6B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132320" y="202996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패턴이 화면 밖으로 커졌어요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0" y="2551176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 Zoom 슬라이더를 왼쪽으로 이동합니다.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516636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9776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6B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95020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결과가 예상과 달라요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4471416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모드를 종료하고 패턴과 색상을 다시 확인합니다.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55080" y="3749040"/>
            <a:ext cx="516636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9776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6B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132320" y="395020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메뉴가 없어요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0" y="4471416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기능은 왼쪽 설정 패널과 하단 도구 모음에 있습니다.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JIE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Tessellation Studio 데스크톱 사용 매뉴얼</dc:title>
  <dc:subject>Tessellation Studio 데스크톱 사용 매뉴얼</dc:subject>
  <dc:creator>Tessellation Studio</dc:creator>
  <cp:lastModifiedBy>Tessellation Studio</cp:lastModifiedBy>
  <cp:revision>1</cp:revision>
  <dcterms:created xsi:type="dcterms:W3CDTF">2026-09-30T14:25:09Z</dcterms:created>
  <dcterms:modified xsi:type="dcterms:W3CDTF">2026-09-30T14:25:09Z</dcterms:modified>
</cp:coreProperties>
</file>